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029200" cy="5029200"/>
          </a:xfrm>
          <a:prstGeom prst="ellipse">
            <a:avLst/>
          </a:prstGeom>
          <a:solidFill>
            <a:srgbClr val="9B7BF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4114800" cy="4114800"/>
          </a:xfrm>
          <a:prstGeom prst="ellipse">
            <a:avLst/>
          </a:prstGeom>
          <a:solidFill>
            <a:srgbClr val="6D4FD1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7724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9B7B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LifeSync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Reminder Platform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724912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plugins that help people remember what actually matters.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2880360" cy="566928"/>
          </a:xfrm>
          <a:prstGeom prst="roundRect">
            <a:avLst>
              <a:gd name="adj" fmla="val 50000"/>
            </a:avLst>
          </a:prstGeom>
          <a:solidFill>
            <a:srgbClr val="9B7B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life. Organized.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621792"/>
            <a:ext cx="3429000" cy="5806440"/>
          </a:xfrm>
          <a:prstGeom prst="roundRect">
            <a:avLst>
              <a:gd name="adj" fmla="val 9067"/>
            </a:avLst>
          </a:prstGeom>
          <a:solidFill>
            <a:srgbClr val="0B0A12"/>
          </a:solidFill>
          <a:ln w="25400">
            <a:solidFill>
              <a:srgbClr val="39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63256" y="704088"/>
            <a:ext cx="3264408" cy="5641848"/>
          </a:xfrm>
          <a:prstGeom prst="roundRect">
            <a:avLst>
              <a:gd name="adj" fmla="val 7283"/>
            </a:avLst>
          </a:prstGeom>
          <a:solidFill>
            <a:srgbClr val="18142A"/>
          </a:solidFill>
          <a:ln/>
        </p:spPr>
      </p:sp>
      <p:sp>
        <p:nvSpPr>
          <p:cNvPr id="14" name="Shape 12"/>
          <p:cNvSpPr/>
          <p:nvPr/>
        </p:nvSpPr>
        <p:spPr>
          <a:xfrm>
            <a:off x="8983980" y="704088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0B0A12"/>
          </a:solidFill>
          <a:ln/>
        </p:spPr>
      </p:sp>
      <p:sp>
        <p:nvSpPr>
          <p:cNvPr id="15" name="Text 13"/>
          <p:cNvSpPr/>
          <p:nvPr/>
        </p:nvSpPr>
        <p:spPr>
          <a:xfrm>
            <a:off x="8019288" y="1014984"/>
            <a:ext cx="2752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 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19288" y="1289304"/>
            <a:ext cx="2752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Reminders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82712" y="1746504"/>
            <a:ext cx="282549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892808"/>
            <a:ext cx="347472" cy="347472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31352" y="1792224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31352" y="2075688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Aqua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03536" y="192938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97066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003536" y="1929384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82712" y="2496312"/>
            <a:ext cx="282549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2642616"/>
            <a:ext cx="347472" cy="347472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📚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31352" y="254203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31352" y="2825496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Project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03536" y="2679192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5B546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003536" y="267919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82712" y="3246120"/>
            <a:ext cx="282549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3392424"/>
            <a:ext cx="347472" cy="347472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💳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31352" y="329184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Bill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31352" y="3575304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003536" y="34290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5FA8F5">
              <a:alpha val="2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003536" y="34290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82712" y="3995928"/>
            <a:ext cx="282549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92440" y="4142232"/>
            <a:ext cx="347472" cy="347472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09244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📕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531352" y="404164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Renewal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531352" y="432511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plugin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003536" y="4178808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4ADE9C">
              <a:alpha val="2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003536" y="417880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82712" y="5833872"/>
            <a:ext cx="2825496" cy="365760"/>
          </a:xfrm>
          <a:prstGeom prst="roundRect">
            <a:avLst>
              <a:gd name="adj" fmla="val 50000"/>
            </a:avLst>
          </a:prstGeom>
          <a:solidFill>
            <a:srgbClr val="9B7BF5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982712" y="583387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Reminder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too many things to remember — and too many places to track them.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life creates scattered deadlines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6537960" cy="658368"/>
          </a:xfrm>
          <a:prstGeom prst="roundRect">
            <a:avLst>
              <a:gd name="adj" fmla="val 16667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76272"/>
            <a:ext cx="420624" cy="420624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🚗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documents expire at different times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02920" y="2862072"/>
            <a:ext cx="6537960" cy="658368"/>
          </a:xfrm>
          <a:prstGeom prst="roundRect">
            <a:avLst>
              <a:gd name="adj" fmla="val 16667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80944"/>
            <a:ext cx="420624" cy="420624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💳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34440" y="286207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Bills, subscriptions and payments have different due dates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2920" y="3666744"/>
            <a:ext cx="6537960" cy="658368"/>
          </a:xfrm>
          <a:prstGeom prst="roundRect">
            <a:avLst>
              <a:gd name="adj" fmla="val 16667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85616"/>
            <a:ext cx="420624" cy="420624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📕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34440" y="366674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Passports, IDs, warranties and certificates expire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02920" y="4471416"/>
            <a:ext cx="6537960" cy="658368"/>
          </a:xfrm>
          <a:prstGeom prst="roundRect">
            <a:avLst>
              <a:gd name="adj" fmla="val 16667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90288"/>
            <a:ext cx="420624" cy="420624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📚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234440" y="447141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manage assignments, exams and registrations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02920" y="5276088"/>
            <a:ext cx="6537960" cy="658368"/>
          </a:xfrm>
          <a:prstGeom prst="roundRect">
            <a:avLst>
              <a:gd name="adj" fmla="val 16667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394960"/>
            <a:ext cx="420624" cy="420624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🗂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34440" y="52760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spread across calendars, notes and email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360920" y="1554480"/>
            <a:ext cx="4343400" cy="4206240"/>
          </a:xfrm>
          <a:prstGeom prst="roundRect">
            <a:avLst>
              <a:gd name="adj" fmla="val 3913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810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0" y="21488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reminders.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context.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3063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deadline can mean cost, stress or inconvenience.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680960" y="3977640"/>
            <a:ext cx="640080" cy="640080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8595360" y="3977640"/>
            <a:ext cx="640080" cy="64008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7680960" y="4892040"/>
            <a:ext cx="640080" cy="640080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8595360" y="4892040"/>
            <a:ext cx="640080" cy="64008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5953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reminder apps know dates. They do not understand the thing behind the date.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212080" cy="4160520"/>
          </a:xfrm>
          <a:prstGeom prst="roundRect">
            <a:avLst>
              <a:gd name="adj" fmla="val 3956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REMINDER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4572000" cy="777240"/>
          </a:xfrm>
          <a:prstGeom prst="roundRect">
            <a:avLst>
              <a:gd name="adj" fmla="val 14118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688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“Remind me on September 15.”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410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knows the date — not the context.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43708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3708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knowledge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80974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8097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context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52486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2486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next-step guidance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55080" y="1783080"/>
            <a:ext cx="5212080" cy="4160520"/>
          </a:xfrm>
          <a:prstGeom prst="roundRect">
            <a:avLst>
              <a:gd name="adj" fmla="val 3956"/>
            </a:avLst>
          </a:prstGeom>
          <a:solidFill>
            <a:srgbClr val="241F36"/>
          </a:solidFill>
          <a:ln w="12700">
            <a:solidFill>
              <a:srgbClr val="9B7B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LIFESYNC REMINDER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2468880"/>
            <a:ext cx="4572000" cy="777240"/>
          </a:xfrm>
          <a:prstGeom prst="roundRect">
            <a:avLst>
              <a:gd name="adj" fmla="val 14118"/>
            </a:avLst>
          </a:prstGeom>
          <a:solidFill>
            <a:srgbClr val="1E1A2C"/>
          </a:solidFill>
          <a:ln w="12700">
            <a:solidFill>
              <a:srgbClr val="9B7B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4688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“Vehicle insurance expires in 30 days.”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75120" y="3410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understands the context.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3931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0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asset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75120" y="43708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43708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document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75120" y="480974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40880" y="48097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smart alerts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675120" y="52486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40880" y="52486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suggest the next action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reminder platform where users install only the capabilities they need.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931920" cy="1737360"/>
          </a:xfrm>
          <a:prstGeom prst="roundRect">
            <a:avLst>
              <a:gd name="adj" fmla="val 10526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240280"/>
            <a:ext cx="822960" cy="82296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🚗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1031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031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as needed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1920240"/>
            <a:ext cx="3931920" cy="1737360"/>
          </a:xfrm>
          <a:prstGeom prst="roundRect">
            <a:avLst>
              <a:gd name="adj" fmla="val 10526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2240280"/>
            <a:ext cx="822960" cy="82296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📄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68680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as needed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3931920" cy="1737360"/>
          </a:xfrm>
          <a:prstGeom prst="roundRect">
            <a:avLst>
              <a:gd name="adj" fmla="val 10526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4526280"/>
            <a:ext cx="822960" cy="822960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526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🎓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10312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0312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as needed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4206240"/>
            <a:ext cx="3931920" cy="1737360"/>
          </a:xfrm>
          <a:prstGeom prst="roundRect">
            <a:avLst>
              <a:gd name="adj" fmla="val 10526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4526280"/>
            <a:ext cx="822960" cy="822960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4526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💳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68680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as needed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24248" y="2788920"/>
            <a:ext cx="2743200" cy="1554480"/>
          </a:xfrm>
          <a:prstGeom prst="roundRect">
            <a:avLst>
              <a:gd name="adj" fmla="val 12941"/>
            </a:avLst>
          </a:prstGeom>
          <a:solidFill>
            <a:srgbClr val="6D4FD1"/>
          </a:solidFill>
          <a:ln/>
        </p:spPr>
      </p:sp>
      <p:sp>
        <p:nvSpPr>
          <p:cNvPr id="27" name="Text 25"/>
          <p:cNvSpPr/>
          <p:nvPr/>
        </p:nvSpPr>
        <p:spPr>
          <a:xfrm>
            <a:off x="4724248" y="2999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LIFESYNC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24248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Engine + 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84168" y="4526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plugins can be added later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 users. Structured enough to build as a full-stack system.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2514600" cy="2834640"/>
          </a:xfrm>
          <a:prstGeom prst="roundRect">
            <a:avLst>
              <a:gd name="adj" fmla="val 7273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4460" y="1965960"/>
            <a:ext cx="731520" cy="73152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944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Plugin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module based on your needs.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35808" y="356616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37560" y="2468880"/>
            <a:ext cx="2514600" cy="2834640"/>
          </a:xfrm>
          <a:prstGeom prst="roundRect">
            <a:avLst>
              <a:gd name="adj" fmla="val 7273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9100" y="1965960"/>
            <a:ext cx="731520" cy="73152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2291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29718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Information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66160" y="37490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vehicle, document, bill, etc.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70448" y="356616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172200" y="2468880"/>
            <a:ext cx="2514600" cy="2834640"/>
          </a:xfrm>
          <a:prstGeom prst="roundRect">
            <a:avLst>
              <a:gd name="adj" fmla="val 7273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63740" y="1965960"/>
            <a:ext cx="731520" cy="73152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0637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9718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Reminders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0" y="37490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rules create relevant alerts.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05088" y="356616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006840" y="2468880"/>
            <a:ext cx="2514600" cy="2834640"/>
          </a:xfrm>
          <a:prstGeom prst="roundRect">
            <a:avLst>
              <a:gd name="adj" fmla="val 7273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98380" y="1965960"/>
            <a:ext cx="731520" cy="73152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8983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35440" y="29718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35440" y="37490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upcoming deadlines from one dashboard.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Vehicle Plugin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is not just a reminder — it is an asset with multiple deadlines.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Toyota Aqua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204825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• ABC-1234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6492240" cy="507492"/>
          </a:xfrm>
          <a:prstGeom prst="roundRect">
            <a:avLst>
              <a:gd name="adj" fmla="val 21622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50592"/>
            <a:ext cx="30175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2450592"/>
            <a:ext cx="21031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3 days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254889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97066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54889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31236"/>
            <a:ext cx="6492240" cy="507492"/>
          </a:xfrm>
          <a:prstGeom prst="roundRect">
            <a:avLst>
              <a:gd name="adj" fmla="val 21622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31236"/>
            <a:ext cx="30175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License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031236"/>
            <a:ext cx="21031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45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312953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5B546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312953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6492240" cy="507492"/>
          </a:xfrm>
          <a:prstGeom prst="roundRect">
            <a:avLst>
              <a:gd name="adj" fmla="val 21622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11880"/>
            <a:ext cx="30175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Test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611880"/>
            <a:ext cx="21031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60 days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371017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FA8F5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371017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192524"/>
            <a:ext cx="6492240" cy="507492"/>
          </a:xfrm>
          <a:prstGeom prst="roundRect">
            <a:avLst>
              <a:gd name="adj" fmla="val 21622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92524"/>
            <a:ext cx="30175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192524"/>
            <a:ext cx="21031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15 days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429082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429082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773168"/>
            <a:ext cx="6492240" cy="507492"/>
          </a:xfrm>
          <a:prstGeom prst="roundRect">
            <a:avLst>
              <a:gd name="adj" fmla="val 21622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773168"/>
            <a:ext cx="30175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Change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49040" y="4773168"/>
            <a:ext cx="21031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schedule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487146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4ADE9C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487146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5353812"/>
            <a:ext cx="6492240" cy="507492"/>
          </a:xfrm>
          <a:prstGeom prst="roundRect">
            <a:avLst>
              <a:gd name="adj" fmla="val 21622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353812"/>
            <a:ext cx="30175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&amp; Battery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49040" y="5353812"/>
            <a:ext cx="21031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schedule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89320" y="545211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4ADE9C">
              <a:alpha val="2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989320" y="545211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18120" y="1417320"/>
            <a:ext cx="3291840" cy="5029200"/>
          </a:xfrm>
          <a:prstGeom prst="roundRect">
            <a:avLst>
              <a:gd name="adj" fmla="val 9444"/>
            </a:avLst>
          </a:prstGeom>
          <a:solidFill>
            <a:srgbClr val="0B0A12"/>
          </a:solidFill>
          <a:ln w="25400">
            <a:solidFill>
              <a:srgbClr val="3932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0416" y="1499616"/>
            <a:ext cx="3127248" cy="4864608"/>
          </a:xfrm>
          <a:prstGeom prst="roundRect">
            <a:avLst>
              <a:gd name="adj" fmla="val 7602"/>
            </a:avLst>
          </a:prstGeom>
          <a:solidFill>
            <a:srgbClr val="18142A"/>
          </a:solidFill>
          <a:ln/>
        </p:spPr>
      </p:sp>
      <p:sp>
        <p:nvSpPr>
          <p:cNvPr id="40" name="Shape 38"/>
          <p:cNvSpPr/>
          <p:nvPr/>
        </p:nvSpPr>
        <p:spPr>
          <a:xfrm>
            <a:off x="9052560" y="1499616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0B0A12"/>
          </a:solidFill>
          <a:ln/>
        </p:spPr>
      </p:sp>
      <p:sp>
        <p:nvSpPr>
          <p:cNvPr id="41" name="Text 39"/>
          <p:cNvSpPr/>
          <p:nvPr/>
        </p:nvSpPr>
        <p:spPr>
          <a:xfrm>
            <a:off x="8156448" y="1810512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119872" y="2267712"/>
            <a:ext cx="268833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2414016"/>
            <a:ext cx="347472" cy="347472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🛡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668512" y="2313432"/>
            <a:ext cx="1161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68512" y="2596896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Renews yearly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003536" y="2450592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97066">
              <a:alpha val="2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003536" y="245059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19872" y="3017520"/>
            <a:ext cx="268833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3163824"/>
            <a:ext cx="347472" cy="347472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📋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668512" y="3063240"/>
            <a:ext cx="1161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License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668512" y="3346704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registration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003536" y="32004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5B546">
              <a:alpha val="2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003536" y="32004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119872" y="3767328"/>
            <a:ext cx="268833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0" y="3913632"/>
            <a:ext cx="347472" cy="347472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🌫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8668512" y="3813048"/>
            <a:ext cx="1161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Test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8668512" y="4096512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check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003536" y="3950208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5FA8F5">
              <a:alpha val="2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003536" y="395020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119872" y="4517136"/>
            <a:ext cx="268833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4663440"/>
            <a:ext cx="347472" cy="347472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🔧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8668512" y="4562856"/>
            <a:ext cx="1161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8668512" y="4846320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5,000km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0003536" y="47000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9B7BF5">
              <a:alpha val="22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003536" y="4700016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Documents Plugin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important documents and automatically schedule expiry reminders.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📕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20756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3 months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77640" y="178308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057400"/>
            <a:ext cx="685800" cy="685800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🪪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74920" y="20756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License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8 months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60020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2 years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77640" y="374904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4023360"/>
            <a:ext cx="685800" cy="685800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07492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7492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3 days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52360" y="1783080"/>
            <a:ext cx="4251960" cy="4206240"/>
          </a:xfrm>
          <a:prstGeom prst="roundRect">
            <a:avLst>
              <a:gd name="adj" fmla="val 3913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0391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EXPIRY SCHEDULE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18120" y="2624328"/>
            <a:ext cx="146304" cy="146304"/>
          </a:xfrm>
          <a:prstGeom prst="ellipse">
            <a:avLst/>
          </a:prstGeom>
          <a:solidFill>
            <a:srgbClr val="5FA8F5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before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024128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18120" y="3282696"/>
            <a:ext cx="146304" cy="146304"/>
          </a:xfrm>
          <a:prstGeom prst="ellipse">
            <a:avLst/>
          </a:prstGeom>
          <a:solidFill>
            <a:srgbClr val="9B7BF5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31729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before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0241280" y="31729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18120" y="3941064"/>
            <a:ext cx="146304" cy="146304"/>
          </a:xfrm>
          <a:prstGeom prst="ellipse">
            <a:avLst/>
          </a:prstGeom>
          <a:solidFill>
            <a:srgbClr val="F5B546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38313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before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0241280" y="383133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5B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818120" y="4599432"/>
            <a:ext cx="146304" cy="146304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38" name="Text 36"/>
          <p:cNvSpPr/>
          <p:nvPr/>
        </p:nvSpPr>
        <p:spPr>
          <a:xfrm>
            <a:off x="8092440" y="44897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before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0241280" y="44897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818120" y="5257800"/>
            <a:ext cx="146304" cy="146304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41" name="Text 39"/>
          <p:cNvSpPr/>
          <p:nvPr/>
        </p:nvSpPr>
        <p:spPr>
          <a:xfrm>
            <a:off x="8092440" y="5148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before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0241280" y="51480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alert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 Assistant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turns natural language into structured reminders.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6492240" cy="4160520"/>
          </a:xfrm>
          <a:prstGeom prst="roundRect">
            <a:avLst>
              <a:gd name="adj" fmla="val 4396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tell the app what you need.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241F36"/>
          </a:solidFill>
          <a:ln w="12700">
            <a:solidFill>
              <a:srgbClr val="9B7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8036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“Remind me to renew my vehicle insurance one month before it expires.”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LIFESYNC UNDERSTANDS: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→  </a:t>
            </a:r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renewal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8737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8737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→  </a:t>
            </a:r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before expiry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53126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31266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→  </a:t>
            </a:r>
            <a:pPr indent="0" marL="0">
              <a:buNone/>
            </a:pPr>
            <a:r>
              <a:rPr lang="en-US" sz="1450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scheduled reminder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60920" y="1463040"/>
            <a:ext cx="3886200" cy="4937760"/>
          </a:xfrm>
          <a:prstGeom prst="roundRect">
            <a:avLst>
              <a:gd name="adj" fmla="val 8000"/>
            </a:avLst>
          </a:prstGeom>
          <a:solidFill>
            <a:srgbClr val="0B0A12"/>
          </a:solidFill>
          <a:ln w="25400">
            <a:solidFill>
              <a:srgbClr val="39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1545336"/>
            <a:ext cx="3721608" cy="4773168"/>
          </a:xfrm>
          <a:prstGeom prst="roundRect">
            <a:avLst>
              <a:gd name="adj" fmla="val 6388"/>
            </a:avLst>
          </a:prstGeom>
          <a:solidFill>
            <a:srgbClr val="181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8892540" y="1545336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0B0A12"/>
          </a:solidFill>
          <a:ln/>
        </p:spPr>
      </p:sp>
      <p:sp>
        <p:nvSpPr>
          <p:cNvPr id="22" name="Text 20"/>
          <p:cNvSpPr/>
          <p:nvPr/>
        </p:nvSpPr>
        <p:spPr>
          <a:xfrm>
            <a:off x="7699248" y="1856232"/>
            <a:ext cx="3209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Reminder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62672" y="2313432"/>
            <a:ext cx="328269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459736"/>
            <a:ext cx="347472" cy="347472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1312" y="2359152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11312" y="2642616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Vehicle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140696" y="2496312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40696" y="249631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62672" y="3063240"/>
            <a:ext cx="328269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3209544"/>
            <a:ext cx="347472" cy="347472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📅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11312" y="310896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before expiry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11312" y="3392424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scheduled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40696" y="32461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5FA8F5">
              <a:alpha val="2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140696" y="324612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62672" y="3813048"/>
            <a:ext cx="328269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3959352"/>
            <a:ext cx="347472" cy="347472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🔔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11312" y="385876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alert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211312" y="414223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activate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140696" y="3995928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5B546">
              <a:alpha val="2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140696" y="399592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62672" y="5806440"/>
            <a:ext cx="3282696" cy="365760"/>
          </a:xfrm>
          <a:prstGeom prst="roundRect">
            <a:avLst>
              <a:gd name="adj" fmla="val 50000"/>
            </a:avLst>
          </a:prstGeom>
          <a:solidFill>
            <a:srgbClr val="9B7BF5">
              <a:alpha val="8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662672" y="5806440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Created 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sees connected things — not isolated reminders.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084832" cy="1554480"/>
          </a:xfrm>
          <a:prstGeom prst="roundRect">
            <a:avLst>
              <a:gd name="adj" fmla="val 10588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2048256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25296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1828800"/>
            <a:ext cx="2084832" cy="1554480"/>
          </a:xfrm>
          <a:prstGeom prst="roundRect">
            <a:avLst>
              <a:gd name="adj" fmla="val 10588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296" y="2048256"/>
            <a:ext cx="640080" cy="64008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26080" y="27432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26080" y="303580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tracked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2084832" cy="1554480"/>
          </a:xfrm>
          <a:prstGeom prst="roundRect">
            <a:avLst>
              <a:gd name="adj" fmla="val 10588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7296" y="2048256"/>
            <a:ext cx="640080" cy="640080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797296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12080" y="27432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12080" y="303580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upcoming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584448"/>
            <a:ext cx="2084832" cy="1554480"/>
          </a:xfrm>
          <a:prstGeom prst="roundRect">
            <a:avLst>
              <a:gd name="adj" fmla="val 10588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5296" y="3803904"/>
            <a:ext cx="640080" cy="640080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25296" y="3803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49884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479145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deadlines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88920" y="3584448"/>
            <a:ext cx="2084832" cy="1554480"/>
          </a:xfrm>
          <a:prstGeom prst="roundRect">
            <a:avLst>
              <a:gd name="adj" fmla="val 10588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11296" y="3803904"/>
            <a:ext cx="640080" cy="640080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11296" y="3803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926080" y="449884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926080" y="479145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3584448"/>
            <a:ext cx="2084832" cy="1554480"/>
          </a:xfrm>
          <a:prstGeom prst="roundRect">
            <a:avLst>
              <a:gd name="adj" fmla="val 10588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97296" y="3803904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797296" y="3803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🐕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212080" y="449884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212080" y="479145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tracked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18120" y="1417320"/>
            <a:ext cx="3291840" cy="5029200"/>
          </a:xfrm>
          <a:prstGeom prst="roundRect">
            <a:avLst>
              <a:gd name="adj" fmla="val 9444"/>
            </a:avLst>
          </a:prstGeom>
          <a:solidFill>
            <a:srgbClr val="0B0A12"/>
          </a:solidFill>
          <a:ln w="25400">
            <a:solidFill>
              <a:srgbClr val="3932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0416" y="1499616"/>
            <a:ext cx="3127248" cy="4864608"/>
          </a:xfrm>
          <a:prstGeom prst="roundRect">
            <a:avLst>
              <a:gd name="adj" fmla="val 7602"/>
            </a:avLst>
          </a:prstGeom>
          <a:solidFill>
            <a:srgbClr val="18142A"/>
          </a:solidFill>
          <a:ln/>
        </p:spPr>
      </p:sp>
      <p:sp>
        <p:nvSpPr>
          <p:cNvPr id="38" name="Shape 36"/>
          <p:cNvSpPr/>
          <p:nvPr/>
        </p:nvSpPr>
        <p:spPr>
          <a:xfrm>
            <a:off x="9052560" y="1499616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0B0A12"/>
          </a:solidFill>
          <a:ln/>
        </p:spPr>
      </p:sp>
      <p:sp>
        <p:nvSpPr>
          <p:cNvPr id="39" name="Text 37"/>
          <p:cNvSpPr/>
          <p:nvPr/>
        </p:nvSpPr>
        <p:spPr>
          <a:xfrm>
            <a:off x="8156448" y="1810512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 Days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119872" y="2267712"/>
            <a:ext cx="268833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2414016"/>
            <a:ext cx="347472" cy="347472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⚠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668512" y="2313432"/>
            <a:ext cx="2075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important deadlines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668512" y="2596896"/>
            <a:ext cx="2075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urgent • 2 upcoming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119872" y="3017520"/>
            <a:ext cx="268833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3163824"/>
            <a:ext cx="347472" cy="347472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🚗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668512" y="3063240"/>
            <a:ext cx="1161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668512" y="3346704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003536" y="32004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97066">
              <a:alpha val="2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003536" y="32004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19872" y="3767328"/>
            <a:ext cx="268833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0" y="3913632"/>
            <a:ext cx="347472" cy="347472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22960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💳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668512" y="3813048"/>
            <a:ext cx="1161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Bill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668512" y="4096512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003536" y="3950208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5FA8F5">
              <a:alpha val="2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03536" y="395020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19872" y="4517136"/>
            <a:ext cx="2688336" cy="640080"/>
          </a:xfrm>
          <a:prstGeom prst="roundRect">
            <a:avLst>
              <a:gd name="adj" fmla="val 20000"/>
            </a:avLst>
          </a:prstGeom>
          <a:solidFill>
            <a:srgbClr val="241F36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29600" y="4663440"/>
            <a:ext cx="347472" cy="347472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22960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📚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668512" y="4562856"/>
            <a:ext cx="1161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668512" y="4846320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0003536" y="47000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5B546">
              <a:alpha val="2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003536" y="4700016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combines useful product features with strong full-stack concepts.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recurring and expiry-based alerts.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2103120"/>
            <a:ext cx="640080" cy="64008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✣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08576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08576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specialized modules as needed.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65592" y="1828800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9912" y="2103120"/>
            <a:ext cx="640080" cy="640080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399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39912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Tracking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39912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documents and expiration dates.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922776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197096"/>
            <a:ext cx="640080" cy="640080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7240" y="4928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52943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Email-ready reminder workflow.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34256" y="3922776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4197096"/>
            <a:ext cx="640080" cy="640080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608576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608576" y="4928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Ready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08576" y="52943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future calendar sync.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65592" y="3922776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39912" y="4197096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3991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439912" y="4928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39912" y="52943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personal reminder space.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LifeSync?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reducing the mental load of everyday life.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713232"/>
          </a:xfrm>
          <a:prstGeom prst="roundRect">
            <a:avLst>
              <a:gd name="adj" fmla="val 17949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65376"/>
            <a:ext cx="548640" cy="54864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0560" y="1783080"/>
            <a:ext cx="6995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manually track every renewal.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624328"/>
            <a:ext cx="11155680" cy="713232"/>
          </a:xfrm>
          <a:prstGeom prst="roundRect">
            <a:avLst>
              <a:gd name="adj" fmla="val 17949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706624"/>
            <a:ext cx="548640" cy="548640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06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624328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Mental Load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2624328"/>
            <a:ext cx="6995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dates live in one organized system.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465576"/>
            <a:ext cx="11155680" cy="713232"/>
          </a:xfrm>
          <a:prstGeom prst="roundRect">
            <a:avLst>
              <a:gd name="adj" fmla="val 17949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547872"/>
            <a:ext cx="548640" cy="54864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346557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0560" y="3465576"/>
            <a:ext cx="6995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install only the plugins they need.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306824"/>
            <a:ext cx="11155680" cy="713232"/>
          </a:xfrm>
          <a:prstGeom prst="roundRect">
            <a:avLst>
              <a:gd name="adj" fmla="val 17949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389120"/>
            <a:ext cx="548640" cy="548640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17320" y="4306824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80560" y="4306824"/>
            <a:ext cx="6995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plugins can be added without changing the core.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5148072"/>
            <a:ext cx="11155680" cy="713232"/>
          </a:xfrm>
          <a:prstGeom prst="roundRect">
            <a:avLst>
              <a:gd name="adj" fmla="val 17949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230368"/>
            <a:ext cx="548640" cy="548640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230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17320" y="5148072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80560" y="5148072"/>
            <a:ext cx="6995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can include context and next steps.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plugin architecture can support many parts of life.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utilities, maintenance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2103120"/>
            <a:ext cx="640080" cy="640080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08576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08576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Bills, loans, subscriptions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65592" y="1828800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9912" y="2103120"/>
            <a:ext cx="640080" cy="640080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399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39912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39912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Visas, passports, bookings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922776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197096"/>
            <a:ext cx="640080" cy="64008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🐕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7240" y="4928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Care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52943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Vaccinations, grooming, care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34256" y="3922776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4197096"/>
            <a:ext cx="640080" cy="640080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608576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608576" y="4928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08576" y="52943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Warranties, service, upgrades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65592" y="3922776"/>
            <a:ext cx="3611880" cy="1874520"/>
          </a:xfrm>
          <a:prstGeom prst="roundRect">
            <a:avLst>
              <a:gd name="adj" fmla="val 878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39912" y="4197096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3991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439912" y="49286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39912" y="52943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reminders and tasks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enough to finish for a course — rich enough to demonstrate full-stack skills.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40680" cy="932688"/>
          </a:xfrm>
          <a:prstGeom prst="roundRect">
            <a:avLst>
              <a:gd name="adj" fmla="val 13725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975104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975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08760" y="19476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3042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profile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44768" y="1828800"/>
            <a:ext cx="5440680" cy="932688"/>
          </a:xfrm>
          <a:prstGeom prst="roundRect">
            <a:avLst>
              <a:gd name="adj" fmla="val 13725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5936" y="1975104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1975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50608" y="19476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50608" y="23042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recurrence and due dates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962656"/>
            <a:ext cx="5440680" cy="932688"/>
          </a:xfrm>
          <a:prstGeom prst="roundRect">
            <a:avLst>
              <a:gd name="adj" fmla="val 13725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108960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08760" y="30815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43814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Install/remove plugins + plugin data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44768" y="2962656"/>
            <a:ext cx="5440680" cy="932688"/>
          </a:xfrm>
          <a:prstGeom prst="roundRect">
            <a:avLst>
              <a:gd name="adj" fmla="val 13725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5936" y="3108960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45936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150608" y="30815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Plugin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50608" y="343814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license, emission, service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096512"/>
            <a:ext cx="5440680" cy="932688"/>
          </a:xfrm>
          <a:prstGeom prst="roundRect">
            <a:avLst>
              <a:gd name="adj" fmla="val 13725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242816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4242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508760" y="421538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Plugin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45720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expiry dates and reminders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44768" y="4096512"/>
            <a:ext cx="5440680" cy="932688"/>
          </a:xfrm>
          <a:prstGeom prst="roundRect">
            <a:avLst>
              <a:gd name="adj" fmla="val 13725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5936" y="4242816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45936" y="4242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150608" y="421538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50608" y="45720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deadlines and installed plugins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5230368"/>
            <a:ext cx="5440680" cy="932688"/>
          </a:xfrm>
          <a:prstGeom prst="roundRect">
            <a:avLst>
              <a:gd name="adj" fmla="val 13725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" y="5376672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508760" y="53492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08760" y="570585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Email-ready reminder workflow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44768" y="5230368"/>
            <a:ext cx="5440680" cy="932688"/>
          </a:xfrm>
          <a:prstGeom prst="roundRect">
            <a:avLst>
              <a:gd name="adj" fmla="val 13725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45936" y="5376672"/>
            <a:ext cx="640080" cy="64008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45936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150608" y="53492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50608" y="570585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reminder creation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stack for a modern full-stack course project.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2084832"/>
            <a:ext cx="731520" cy="731520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31036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19956" y="2084832"/>
            <a:ext cx="731520" cy="731520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19956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828800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8876" y="2084832"/>
            <a:ext cx="731520" cy="731520"/>
          </a:xfrm>
          <a:prstGeom prst="ellipse">
            <a:avLst/>
          </a:prstGeom>
          <a:solidFill>
            <a:srgbClr val="8A82A3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08876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24612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69680" y="1828800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7796" y="2084832"/>
            <a:ext cx="731520" cy="731520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97796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06840" y="2926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06840" y="324612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858768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1036" y="4114800"/>
            <a:ext cx="731520" cy="731520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431036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4956048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527608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3858768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9956" y="4114800"/>
            <a:ext cx="731520" cy="731520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219956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429000" y="4956048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429000" y="527608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0760" y="3858768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08876" y="4114800"/>
            <a:ext cx="731520" cy="731520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008876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217920" y="4956048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217920" y="527608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optional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869680" y="3858768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1E1A2C"/>
          </a:solidFill>
          <a:ln w="12700">
            <a:solidFill>
              <a:srgbClr val="352E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97796" y="4114800"/>
            <a:ext cx="731520" cy="731520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797796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006840" y="4956048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Cloud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006840" y="527608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4FD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Fits Together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database, APIs and automation working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9966960" cy="658368"/>
          </a:xfrm>
          <a:prstGeom prst="roundRect">
            <a:avLst>
              <a:gd name="adj" fmla="val 19444"/>
            </a:avLst>
          </a:prstGeom>
          <a:solidFill>
            <a:srgbClr val="1E1A2C"/>
          </a:solidFill>
          <a:ln w="12700">
            <a:solidFill>
              <a:srgbClr val="5FA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1901952"/>
            <a:ext cx="512064" cy="512064"/>
          </a:xfrm>
          <a:prstGeom prst="ellipse">
            <a:avLst/>
          </a:prstGeom>
          <a:solidFill>
            <a:srgbClr val="5FA8F5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1901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57400" y="18288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• Dashboard • Plugin screens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85216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2743200"/>
            <a:ext cx="9966960" cy="658368"/>
          </a:xfrm>
          <a:prstGeom prst="roundRect">
            <a:avLst>
              <a:gd name="adj" fmla="val 19444"/>
            </a:avLst>
          </a:prstGeom>
          <a:solidFill>
            <a:srgbClr val="1E1A2C"/>
          </a:solidFill>
          <a:ln w="12700">
            <a:solidFill>
              <a:srgbClr val="4ADE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3312" y="2816352"/>
            <a:ext cx="512064" cy="512064"/>
          </a:xfrm>
          <a:prstGeom prst="ellipse">
            <a:avLst/>
          </a:prstGeom>
          <a:solidFill>
            <a:srgbClr val="4ADE9C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2816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57400" y="27432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274320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• Auth • Validation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852160" y="3383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3657600"/>
            <a:ext cx="9966960" cy="658368"/>
          </a:xfrm>
          <a:prstGeom prst="roundRect">
            <a:avLst>
              <a:gd name="adj" fmla="val 19444"/>
            </a:avLst>
          </a:prstGeom>
          <a:solidFill>
            <a:srgbClr val="1E1A2C"/>
          </a:solidFill>
          <a:ln w="12700">
            <a:solidFill>
              <a:srgbClr val="F5B5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53312" y="3730752"/>
            <a:ext cx="512064" cy="512064"/>
          </a:xfrm>
          <a:prstGeom prst="ellipse">
            <a:avLst/>
          </a:prstGeom>
          <a:solidFill>
            <a:srgbClr val="F5B546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53312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057400" y="36576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0" y="365760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engine • Plugin rules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852160" y="4297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4572000"/>
            <a:ext cx="9966960" cy="658368"/>
          </a:xfrm>
          <a:prstGeom prst="roundRect">
            <a:avLst>
              <a:gd name="adj" fmla="val 19444"/>
            </a:avLst>
          </a:prstGeom>
          <a:solidFill>
            <a:srgbClr val="1E1A2C"/>
          </a:solidFill>
          <a:ln w="12700">
            <a:solidFill>
              <a:srgbClr val="9B7B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3312" y="4645152"/>
            <a:ext cx="512064" cy="512064"/>
          </a:xfrm>
          <a:prstGeom prst="ellipse">
            <a:avLst/>
          </a:prstGeom>
          <a:solidFill>
            <a:srgbClr val="9B7BF5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53312" y="4645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057400" y="45720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97680" y="457200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• Reminders • Vehicles • Documents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852160" y="5212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5486400"/>
            <a:ext cx="9966960" cy="658368"/>
          </a:xfrm>
          <a:prstGeom prst="roundRect">
            <a:avLst>
              <a:gd name="adj" fmla="val 19444"/>
            </a:avLst>
          </a:prstGeom>
          <a:solidFill>
            <a:srgbClr val="1E1A2C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53312" y="5559552"/>
            <a:ext cx="512064" cy="512064"/>
          </a:xfrm>
          <a:prstGeom prst="ellipse">
            <a:avLst/>
          </a:prstGeom>
          <a:solidFill>
            <a:srgbClr val="F97066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353312" y="5559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057400" y="54864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97680" y="548640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• AI • Future calendar sync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029200" cy="5029200"/>
          </a:xfrm>
          <a:prstGeom prst="ellipse">
            <a:avLst/>
          </a:prstGeom>
          <a:solidFill>
            <a:srgbClr val="9B7BF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4114800" cy="4114800"/>
          </a:xfrm>
          <a:prstGeom prst="ellipse">
            <a:avLst/>
          </a:prstGeom>
          <a:solidFill>
            <a:srgbClr val="6D4FD1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745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9B7B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LifeSync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life. Organized. Reminded. Simplified.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reminder platform for the things people actually need to remember.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9B7B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434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Course Project  •  Concept Presentation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2026-08-17T07:17:15Z</dcterms:created>
  <dcterms:modified xsi:type="dcterms:W3CDTF">2026-08-17T07:17:15Z</dcterms:modified>
</cp:coreProperties>
</file>
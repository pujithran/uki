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C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5120640"/>
            <a:ext cx="2286000" cy="2286000"/>
          </a:xfrm>
          <a:prstGeom prst="ellipse">
            <a:avLst/>
          </a:prstGeom>
          <a:solidFill>
            <a:srgbClr val="2F2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640080"/>
            <a:ext cx="658368" cy="65836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LifeSync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DDD7EF"/>
                </a:solidFill>
                <a:latin typeface="Aptos"/>
              </a:rPr>
              <a:t>All-in-One Reminder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Smart plugins that help people remember
what actually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2926080" cy="530352"/>
          </a:xfrm>
          <a:prstGeom prst="roundRect">
            <a:avLst/>
          </a:prstGeom>
          <a:solidFill>
            <a:srgbClr val="6744D7"/>
          </a:solidFill>
          <a:ln>
            <a:solidFill>
              <a:srgbClr val="674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Your life. Organized.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731520"/>
            <a:ext cx="3291840" cy="5394960"/>
          </a:xfrm>
          <a:prstGeom prst="roundRect">
            <a:avLst/>
          </a:prstGeom>
          <a:solidFill>
            <a:srgbClr val="191627"/>
          </a:solidFill>
          <a:ln>
            <a:solidFill>
              <a:srgbClr val="191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62088" y="896112"/>
            <a:ext cx="3072384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115568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627"/>
                </a:solidFill>
                <a:latin typeface="Aptos"/>
              </a:rPr>
              <a:t>Good morning 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3259" y="804672"/>
            <a:ext cx="790041" cy="109728"/>
          </a:xfrm>
          <a:prstGeom prst="roundRect">
            <a:avLst/>
          </a:prstGeom>
          <a:solidFill>
            <a:srgbClr val="191627"/>
          </a:solidFill>
          <a:ln>
            <a:solidFill>
              <a:srgbClr val="191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1325880"/>
            <a:ext cx="2697480" cy="713232"/>
          </a:xfrm>
          <a:prstGeom prst="roundRect">
            <a:avLst/>
          </a:prstGeom>
          <a:solidFill>
            <a:srgbClr val="F6F5F9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4173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🚗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3990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Vehicle 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7335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3606F"/>
                </a:solidFill>
                <a:latin typeface="Aptos"/>
              </a:rPr>
              <a:t>Due in 3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2240280"/>
            <a:ext cx="2697480" cy="713232"/>
          </a:xfrm>
          <a:prstGeom prst="roundRect">
            <a:avLst/>
          </a:prstGeom>
          <a:solidFill>
            <a:srgbClr val="F6F5F9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23317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📚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134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8775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3606F"/>
                </a:solidFill>
                <a:latin typeface="Aptos"/>
              </a:rPr>
              <a:t>Due tomorrow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2" y="3154680"/>
            <a:ext cx="2697480" cy="713232"/>
          </a:xfrm>
          <a:prstGeom prst="roundRect">
            <a:avLst/>
          </a:prstGeom>
          <a:solidFill>
            <a:srgbClr val="F6F5F9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246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💳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278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Internet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0215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3606F"/>
                </a:solidFill>
                <a:latin typeface="Aptos"/>
              </a:rPr>
              <a:t>Due in 12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807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A4BE"/>
                </a:solidFill>
                <a:latin typeface="Aptos"/>
              </a:rPr>
              <a:t>Full-Stack Course Project • Concept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We have too many things to remember — and too many places to track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6400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1627"/>
                </a:solidFill>
                <a:latin typeface="Aptos"/>
              </a:rPr>
              <a:t>Everyday life creates scattered deadlines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109728" cy="10972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Vehicle documents expire at different times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90088"/>
            <a:ext cx="109728" cy="10972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98648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Bills, subscriptions and payments have different due dates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57016"/>
            <a:ext cx="109728" cy="10972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65576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Passports, IDs, warranties and certificates expire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123944"/>
            <a:ext cx="109728" cy="10972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32504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Students manage assignments, exams and registrations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690871"/>
            <a:ext cx="109728" cy="10972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599431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Information is spread across calendars, notes and email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257800"/>
            <a:ext cx="109728" cy="109728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66360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627"/>
                </a:solidFill>
                <a:latin typeface="Aptos"/>
              </a:rPr>
              <a:t>Missing a deadline can mean cost, stress or inconvenience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463040"/>
            <a:ext cx="4251960" cy="475488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78308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91627"/>
                </a:solidFill>
                <a:latin typeface="Aptos"/>
              </a:rPr>
              <a:t>The result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246888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246888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91627"/>
                </a:solidFill>
                <a:latin typeface="Aptos"/>
              </a:rPr>
              <a:t>🚗</a:t>
            </a:r>
          </a:p>
        </p:txBody>
      </p:sp>
      <p:sp>
        <p:nvSpPr>
          <p:cNvPr id="25" name="Oval 24"/>
          <p:cNvSpPr/>
          <p:nvPr/>
        </p:nvSpPr>
        <p:spPr>
          <a:xfrm>
            <a:off x="9829800" y="242316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4231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91627"/>
                </a:solidFill>
                <a:latin typeface="Aptos"/>
              </a:rPr>
              <a:t>📄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0" y="347472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4747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91627"/>
                </a:solidFill>
                <a:latin typeface="Aptos"/>
              </a:rPr>
              <a:t>💳</a:t>
            </a:r>
          </a:p>
        </p:txBody>
      </p:sp>
      <p:sp>
        <p:nvSpPr>
          <p:cNvPr id="29" name="Oval 28"/>
          <p:cNvSpPr/>
          <p:nvPr/>
        </p:nvSpPr>
        <p:spPr>
          <a:xfrm>
            <a:off x="10149840" y="393192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39319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91627"/>
                </a:solidFill>
                <a:latin typeface="Aptos"/>
              </a:rPr>
              <a:t>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846320"/>
            <a:ext cx="3429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1627"/>
                </a:solidFill>
                <a:latin typeface="Aptos"/>
              </a:rPr>
              <a:t>Too many reminders.
Not enough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Generic reminder apps know dates. They do not understand the thing behind the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1627"/>
                </a:solidFill>
                <a:latin typeface="Aptos"/>
              </a:rPr>
              <a:t>Traditional reminder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3606F"/>
                </a:solidFill>
                <a:latin typeface="Aptos"/>
              </a:rPr>
              <a:t>“Remind me on September 15.”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A4E5C"/>
                </a:solidFill>
                <a:latin typeface="Aptos"/>
              </a:rPr>
              <a:t>The app knows the date — not the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4526280" cy="338328"/>
          </a:xfrm>
          <a:prstGeom prst="roundRect">
            <a:avLst/>
          </a:prstGeom>
          <a:solidFill>
            <a:srgbClr val="F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85032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A4E5C"/>
                </a:solidFill>
                <a:latin typeface="Aptos"/>
              </a:rPr>
              <a:t>×  Manual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96512"/>
            <a:ext cx="4526280" cy="338328"/>
          </a:xfrm>
          <a:prstGeom prst="roundRect">
            <a:avLst/>
          </a:prstGeom>
          <a:solidFill>
            <a:srgbClr val="F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23944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A4E5C"/>
                </a:solidFill>
                <a:latin typeface="Aptos"/>
              </a:rPr>
              <a:t>×  No domain knowledge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35424"/>
            <a:ext cx="4526280" cy="338328"/>
          </a:xfrm>
          <a:prstGeom prst="roundRect">
            <a:avLst/>
          </a:prstGeom>
          <a:solidFill>
            <a:srgbClr val="F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62856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A4E5C"/>
                </a:solidFill>
                <a:latin typeface="Aptos"/>
              </a:rPr>
              <a:t>×  No document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74336"/>
            <a:ext cx="4526280" cy="338328"/>
          </a:xfrm>
          <a:prstGeom prst="roundRect">
            <a:avLst/>
          </a:prstGeom>
          <a:solidFill>
            <a:srgbClr val="F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001768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A4E5C"/>
                </a:solidFill>
                <a:latin typeface="Aptos"/>
              </a:rPr>
              <a:t>×  No next-step guidance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508760"/>
            <a:ext cx="5212080" cy="44805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1627"/>
                </a:solidFill>
                <a:latin typeface="Aptos"/>
              </a:rPr>
              <a:t>LifeSync 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627"/>
                </a:solidFill>
                <a:latin typeface="Aptos"/>
              </a:rPr>
              <a:t>“Vehicle insurance expires in 30 days.”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744D7"/>
                </a:solidFill>
                <a:latin typeface="Aptos"/>
              </a:rPr>
              <a:t>The system understands the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657600"/>
            <a:ext cx="452628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DD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685032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6A671"/>
                </a:solidFill>
                <a:latin typeface="Aptos"/>
              </a:rPr>
              <a:t>✓  Knows the asset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096512"/>
            <a:ext cx="452628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DD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123944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6A671"/>
                </a:solidFill>
                <a:latin typeface="Aptos"/>
              </a:rPr>
              <a:t>✓  Knows the document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535424"/>
            <a:ext cx="452628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DD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562856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6A671"/>
                </a:solidFill>
                <a:latin typeface="Aptos"/>
              </a:rPr>
              <a:t>✓  Schedules smart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4974336"/>
            <a:ext cx="452628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DD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5001768"/>
            <a:ext cx="4206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6A671"/>
                </a:solidFill>
                <a:latin typeface="Aptos"/>
              </a:rPr>
              <a:t>✓  Can suggest the next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A modular reminder platform where users install only the capabilities they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31720"/>
            <a:ext cx="3017520" cy="1280160"/>
          </a:xfrm>
          <a:prstGeom prst="roundRect">
            <a:avLst/>
          </a:prstGeom>
          <a:solidFill>
            <a:srgbClr val="6744D7"/>
          </a:solidFill>
          <a:ln>
            <a:solidFill>
              <a:srgbClr val="674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542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LIFESYNC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0779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8E1FF"/>
                </a:solidFill>
                <a:latin typeface="Aptos"/>
              </a:rPr>
              <a:t>Reminder Engine +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2377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011680"/>
            <a:ext cx="438912" cy="438912"/>
          </a:xfrm>
          <a:prstGeom prst="ellipse">
            <a:avLst/>
          </a:prstGeom>
          <a:solidFill>
            <a:srgbClr val="4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199339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Vehicle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7" y="23317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Install as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377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52559" y="2011680"/>
            <a:ext cx="438912" cy="438912"/>
          </a:xfrm>
          <a:prstGeom prst="ellipse">
            <a:avLst/>
          </a:prstGeom>
          <a:solidFill>
            <a:srgbClr val="EC9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199339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3317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Install as 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2377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343400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434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7" y="4325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7" y="4663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Install as needed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160520"/>
            <a:ext cx="2377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52559" y="4343400"/>
            <a:ext cx="438912" cy="438912"/>
          </a:xfrm>
          <a:prstGeom prst="ellipse">
            <a:avLst/>
          </a:prstGeom>
          <a:solidFill>
            <a:srgbClr val="36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59" y="43434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4325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4663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Install as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251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606F"/>
                </a:solidFill>
                <a:latin typeface="Aptos"/>
              </a:rPr>
              <a:t>New plugins can be added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Simple for users. Structured enough to build as a full-stack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Choose a 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Install a module based on your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44D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9039" y="205740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0574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889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Add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2900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Enter your vehicle, document, bill, etc.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44D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0574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7889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Generate Reminders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Plugin rules create relevant alerts.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44D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18288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59" y="205740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20574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7889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Get Notified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342900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See upcoming deadlines from one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Example: Vehicle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A vehicle is not just a reminder — it is an asset with multiple deadlines.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4846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1627"/>
                </a:solidFill>
                <a:latin typeface="Aptos"/>
              </a:rPr>
              <a:t>🚗 Toyota Aqua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2018 • ABC-1234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697480"/>
            <a:ext cx="4206240" cy="365760"/>
          </a:xfrm>
          <a:prstGeom prst="round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6148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627"/>
                </a:solidFill>
                <a:latin typeface="Aptos"/>
              </a:rPr>
              <a:t>✓  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6148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DA4E5C"/>
                </a:solidFill>
                <a:latin typeface="Aptos"/>
              </a:rPr>
              <a:t>3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172968"/>
            <a:ext cx="4206240" cy="365760"/>
          </a:xfrm>
          <a:prstGeom prst="round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36976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627"/>
                </a:solidFill>
                <a:latin typeface="Aptos"/>
              </a:rPr>
              <a:t>✓  Revenue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3697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6A671"/>
                </a:solidFill>
                <a:latin typeface="Aptos"/>
              </a:rPr>
              <a:t>45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648456"/>
            <a:ext cx="4206240" cy="365760"/>
          </a:xfrm>
          <a:prstGeom prst="round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12464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627"/>
                </a:solidFill>
                <a:latin typeface="Aptos"/>
              </a:rPr>
              <a:t>✓  Emission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1246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477DDC"/>
                </a:solidFill>
                <a:latin typeface="Aptos"/>
              </a:rPr>
              <a:t>60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123944"/>
            <a:ext cx="4206240" cy="365760"/>
          </a:xfrm>
          <a:prstGeom prst="round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879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627"/>
                </a:solidFill>
                <a:latin typeface="Aptos"/>
              </a:rPr>
              <a:t>✓ 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187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C9439"/>
                </a:solidFill>
                <a:latin typeface="Aptos"/>
              </a:rPr>
              <a:t>15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599432"/>
            <a:ext cx="4206240" cy="365760"/>
          </a:xfrm>
          <a:prstGeom prst="round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627"/>
                </a:solidFill>
                <a:latin typeface="Aptos"/>
              </a:rPr>
              <a:t>✓  Oil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66344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44D7"/>
                </a:solidFill>
                <a:latin typeface="Aptos"/>
              </a:rPr>
              <a:t>Custom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074920"/>
            <a:ext cx="4206240" cy="365760"/>
          </a:xfrm>
          <a:prstGeom prst="round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3892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627"/>
                </a:solidFill>
                <a:latin typeface="Aptos"/>
              </a:rPr>
              <a:t>✓  Tyre &amp; Battery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1389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44D7"/>
                </a:solidFill>
                <a:latin typeface="Aptos"/>
              </a:rPr>
              <a:t>Custom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417320"/>
            <a:ext cx="3291840" cy="5074920"/>
          </a:xfrm>
          <a:prstGeom prst="roundRect">
            <a:avLst/>
          </a:prstGeom>
          <a:solidFill>
            <a:srgbClr val="191627"/>
          </a:solidFill>
          <a:ln>
            <a:solidFill>
              <a:srgbClr val="191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47688" y="1581912"/>
            <a:ext cx="3072384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801368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627"/>
                </a:solidFill>
                <a:latin typeface="Aptos"/>
              </a:rPr>
              <a:t>Vehicle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88859" y="1490472"/>
            <a:ext cx="790041" cy="109728"/>
          </a:xfrm>
          <a:prstGeom prst="roundRect">
            <a:avLst/>
          </a:prstGeom>
          <a:solidFill>
            <a:srgbClr val="191627"/>
          </a:solidFill>
          <a:ln>
            <a:solidFill>
              <a:srgbClr val="191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2280" y="1965960"/>
            <a:ext cx="2743200" cy="566928"/>
          </a:xfrm>
          <a:prstGeom prst="roundRect">
            <a:avLst/>
          </a:prstGeom>
          <a:solidFill>
            <a:srgbClr val="EBE5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205740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Insurance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28600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A4E5C"/>
                </a:solidFill>
                <a:latin typeface="Aptos"/>
              </a:rPr>
              <a:t>Expires in 3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2697480"/>
            <a:ext cx="2743200" cy="566928"/>
          </a:xfrm>
          <a:prstGeom prst="roundRect">
            <a:avLst/>
          </a:prstGeom>
          <a:solidFill>
            <a:srgbClr val="F6F5F9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278892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Revenue License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017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3606F"/>
                </a:solidFill>
                <a:latin typeface="Aptos"/>
              </a:rPr>
              <a:t>Expires in 45 days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3429000"/>
            <a:ext cx="2743200" cy="566928"/>
          </a:xfrm>
          <a:prstGeom prst="roundRect">
            <a:avLst/>
          </a:prstGeom>
          <a:solidFill>
            <a:srgbClr val="F6F5F9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352044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Emission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749039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3606F"/>
                </a:solidFill>
                <a:latin typeface="Aptos"/>
              </a:rPr>
              <a:t>Expires in 60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4160520"/>
            <a:ext cx="2743200" cy="566928"/>
          </a:xfrm>
          <a:prstGeom prst="roundRect">
            <a:avLst/>
          </a:prstGeom>
          <a:solidFill>
            <a:srgbClr val="F6F5F9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425196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48056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3606F"/>
                </a:solidFill>
                <a:latin typeface="Aptos"/>
              </a:rPr>
              <a:t>Expires in 15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Example: Documents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Track important documents and automatically schedule expiry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438912" cy="438912"/>
          </a:xfrm>
          <a:prstGeom prst="ellipse">
            <a:avLst/>
          </a:prstGeom>
          <a:solidFill>
            <a:srgbClr val="DA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764792"/>
            <a:ext cx="1709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Passport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10312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Expires in 3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0020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0480" y="1783080"/>
            <a:ext cx="438912" cy="438912"/>
          </a:xfrm>
          <a:prstGeom prst="ellipse">
            <a:avLst/>
          </a:prstGeom>
          <a:solidFill>
            <a:srgbClr val="36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7830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764792"/>
            <a:ext cx="1709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Driving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0312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Expires in 8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063240"/>
            <a:ext cx="438912" cy="438912"/>
          </a:xfrm>
          <a:prstGeom prst="ellipse">
            <a:avLst/>
          </a:prstGeom>
          <a:solidFill>
            <a:srgbClr val="4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044952"/>
            <a:ext cx="1709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38328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Expires in 2 years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88036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0" y="3063240"/>
            <a:ext cx="438912" cy="438912"/>
          </a:xfrm>
          <a:prstGeom prst="ellipse">
            <a:avLst/>
          </a:prstGeom>
          <a:solidFill>
            <a:srgbClr val="EC9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632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044952"/>
            <a:ext cx="1709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Insurance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38328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Expires in 3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600200"/>
            <a:ext cx="4663440" cy="42519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1874519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1627"/>
                </a:solidFill>
                <a:latin typeface="Aptos"/>
              </a:rPr>
              <a:t>Smart expiry schedule</a:t>
            </a:r>
          </a:p>
        </p:txBody>
      </p:sp>
      <p:sp>
        <p:nvSpPr>
          <p:cNvPr id="29" name="Oval 28"/>
          <p:cNvSpPr/>
          <p:nvPr/>
        </p:nvSpPr>
        <p:spPr>
          <a:xfrm>
            <a:off x="7086600" y="2532888"/>
            <a:ext cx="182880" cy="1828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5146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6 months 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51460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Planning</a:t>
            </a:r>
          </a:p>
        </p:txBody>
      </p:sp>
      <p:sp>
        <p:nvSpPr>
          <p:cNvPr id="32" name="Oval 31"/>
          <p:cNvSpPr/>
          <p:nvPr/>
        </p:nvSpPr>
        <p:spPr>
          <a:xfrm>
            <a:off x="7086600" y="3127248"/>
            <a:ext cx="182880" cy="1828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310896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3 months before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1089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Early warning</a:t>
            </a:r>
          </a:p>
        </p:txBody>
      </p:sp>
      <p:sp>
        <p:nvSpPr>
          <p:cNvPr id="35" name="Oval 34"/>
          <p:cNvSpPr/>
          <p:nvPr/>
        </p:nvSpPr>
        <p:spPr>
          <a:xfrm>
            <a:off x="7086600" y="3721607"/>
            <a:ext cx="182880" cy="1828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7033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1 month before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70332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Renewal</a:t>
            </a:r>
          </a:p>
        </p:txBody>
      </p:sp>
      <p:sp>
        <p:nvSpPr>
          <p:cNvPr id="38" name="Oval 37"/>
          <p:cNvSpPr/>
          <p:nvPr/>
        </p:nvSpPr>
        <p:spPr>
          <a:xfrm>
            <a:off x="7086600" y="4315968"/>
            <a:ext cx="182880" cy="1828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429768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7 days before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2976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Urgent</a:t>
            </a:r>
          </a:p>
        </p:txBody>
      </p:sp>
      <p:sp>
        <p:nvSpPr>
          <p:cNvPr id="41" name="Oval 40"/>
          <p:cNvSpPr/>
          <p:nvPr/>
        </p:nvSpPr>
        <p:spPr>
          <a:xfrm>
            <a:off x="7086600" y="4910327"/>
            <a:ext cx="182880" cy="1828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48920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627"/>
                </a:solidFill>
                <a:latin typeface="Aptos"/>
              </a:rPr>
              <a:t>1 day before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89204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Final alert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Smart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Optional AI turns natural language into structured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835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74519"/>
            <a:ext cx="548640" cy="54864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901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627"/>
                </a:solidFill>
                <a:latin typeface="Aptos"/>
              </a:rPr>
              <a:t>Just tell the app what you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514600"/>
            <a:ext cx="6766560" cy="68580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7004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91627"/>
                </a:solidFill>
                <a:latin typeface="Aptos"/>
              </a:rPr>
              <a:t>“Remind me to renew my vehicle insurance one month before it expires.”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474720"/>
            <a:ext cx="6766560" cy="1325880"/>
          </a:xfrm>
          <a:prstGeom prst="roundRect">
            <a:avLst/>
          </a:prstGeom>
          <a:solidFill>
            <a:srgbClr val="F7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44D7"/>
                </a:solidFill>
                <a:latin typeface="Aptos"/>
              </a:rPr>
              <a:t>LifeSync understands: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977639"/>
            <a:ext cx="6126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91627"/>
                </a:solidFill>
                <a:latin typeface="Aptos"/>
              </a:rPr>
              <a:t>✓  What → Vehicle insurance renewal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233672"/>
            <a:ext cx="6126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91627"/>
                </a:solidFill>
                <a:latin typeface="Aptos"/>
              </a:rPr>
              <a:t>✓  When → One month before expiry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489704"/>
            <a:ext cx="6126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91627"/>
                </a:solidFill>
                <a:latin typeface="Aptos"/>
              </a:rPr>
              <a:t>✓  Action → Create scheduled reminder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240280"/>
            <a:ext cx="2514600" cy="2286000"/>
          </a:xfrm>
          <a:prstGeom prst="roundRect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Structured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6324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7E0FF"/>
                </a:solidFill>
                <a:latin typeface="Aptos"/>
              </a:rPr>
              <a:t>Title • Date
Category •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Everything in One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The user sees connected things — not isolated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91639"/>
            <a:ext cx="438912" cy="438912"/>
          </a:xfrm>
          <a:prstGeom prst="ellipse">
            <a:avLst/>
          </a:prstGeom>
          <a:solidFill>
            <a:srgbClr val="4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73351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011680"/>
            <a:ext cx="132588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1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50876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80" y="1691639"/>
            <a:ext cx="438912" cy="438912"/>
          </a:xfrm>
          <a:prstGeom prst="ellipse">
            <a:avLst/>
          </a:prstGeom>
          <a:solidFill>
            <a:srgbClr val="EC9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39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1673351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011680"/>
            <a:ext cx="132588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4 tracked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50876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80" y="1691639"/>
            <a:ext cx="438912" cy="438912"/>
          </a:xfrm>
          <a:prstGeom prst="ellipse">
            <a:avLst/>
          </a:prstGeom>
          <a:solidFill>
            <a:srgbClr val="36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691639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673351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Bills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011680"/>
            <a:ext cx="132588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3 upcoming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34639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017520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0175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2999232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337559"/>
            <a:ext cx="132588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2 deadlines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2834639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83280" y="3017520"/>
            <a:ext cx="438912" cy="438912"/>
          </a:xfrm>
          <a:prstGeom prst="ellipse">
            <a:avLst/>
          </a:prstGeom>
          <a:solidFill>
            <a:srgbClr val="DA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0175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2999232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Subscriptions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3337559"/>
            <a:ext cx="132588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5 active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2834639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97880" y="3017520"/>
            <a:ext cx="438912" cy="438912"/>
          </a:xfrm>
          <a:prstGeom prst="ellipse">
            <a:avLst/>
          </a:prstGeom>
          <a:solidFill>
            <a:srgbClr val="EC9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0175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2999232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Pets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337559"/>
            <a:ext cx="132588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1 tracked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251960"/>
            <a:ext cx="2971800" cy="1371600"/>
          </a:xfrm>
          <a:prstGeom prst="roundRect">
            <a:avLst/>
          </a:prstGeom>
          <a:solidFill>
            <a:srgbClr val="191627"/>
          </a:solidFill>
          <a:ln>
            <a:solidFill>
              <a:srgbClr val="191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48056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8C1DC"/>
                </a:solidFill>
                <a:latin typeface="Aptos"/>
              </a:rPr>
              <a:t>NEXT 7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82803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3 important deadlines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23036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C6E1"/>
                </a:solidFill>
                <a:latin typeface="Aptos"/>
              </a:rPr>
              <a:t>1 urgent • 2 upcoming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The MVP combines useful product features with strong full-stack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37360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719072"/>
            <a:ext cx="2441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Smart Reminders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057400"/>
            <a:ext cx="24231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One-time, recurring and expiry-based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1737360"/>
            <a:ext cx="438912" cy="438912"/>
          </a:xfrm>
          <a:prstGeom prst="ellipse">
            <a:avLst/>
          </a:prstGeom>
          <a:solidFill>
            <a:srgbClr val="4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719072"/>
            <a:ext cx="2441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Plugin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057400"/>
            <a:ext cx="24231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Install specialized modules as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19" y="1737360"/>
            <a:ext cx="438912" cy="438912"/>
          </a:xfrm>
          <a:prstGeom prst="ellipse">
            <a:avLst/>
          </a:prstGeom>
          <a:solidFill>
            <a:srgbClr val="EC9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7373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1719072"/>
            <a:ext cx="2441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Document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057400"/>
            <a:ext cx="24231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Store documents and expiration 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611880"/>
            <a:ext cx="438912" cy="438912"/>
          </a:xfrm>
          <a:prstGeom prst="ellipse">
            <a:avLst/>
          </a:prstGeom>
          <a:solidFill>
            <a:srgbClr val="DA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118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593592"/>
            <a:ext cx="2441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931920"/>
            <a:ext cx="24231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Email-ready reminder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3611880"/>
            <a:ext cx="438912" cy="438912"/>
          </a:xfrm>
          <a:prstGeom prst="ellipse">
            <a:avLst/>
          </a:prstGeom>
          <a:solidFill>
            <a:srgbClr val="36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6118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3593592"/>
            <a:ext cx="2441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Calendar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3931920"/>
            <a:ext cx="24231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Designed for future calendar sync.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5319" y="3611880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36118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3593592"/>
            <a:ext cx="2441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User Accounts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3931920"/>
            <a:ext cx="24231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Secure personal reminder space.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Why LifeSync?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The value is reducing the mental load of everyday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1618488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1848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093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Saves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9344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No need to manually track every renewal.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3172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2441448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44144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32303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Reduces Mental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432303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Important dates live in one organized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5468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3264408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26440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2552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Modular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55264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Users install only the plugins they need.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977639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" y="4087368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08736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0782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Scalable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078224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New plugins can be added without changing the core.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006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552" y="4910328"/>
            <a:ext cx="438912" cy="43891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9103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9011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Actionable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901184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Reminders can include context and next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Future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The same plugin architecture can support many parts of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37560" cy="15087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530352" cy="53035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9456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Rent, utilities,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37560" cy="15087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828800"/>
            <a:ext cx="530352" cy="53035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783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9456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Bills, loans, subscriptions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337560" cy="15087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1828800"/>
            <a:ext cx="530352" cy="53035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83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Travel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19456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Visas, passports, bookings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20439"/>
            <a:ext cx="3337560" cy="15087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794759"/>
            <a:ext cx="530352" cy="53035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59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74903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Pet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16052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Vaccinations, grooming, care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520439"/>
            <a:ext cx="3337560" cy="15087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3794759"/>
            <a:ext cx="530352" cy="53035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794759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74903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Technology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16052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Warranties, service, upgrades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520439"/>
            <a:ext cx="3337560" cy="15087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40" y="3794759"/>
            <a:ext cx="530352" cy="530352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94759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👨‍👩‍👧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74903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627"/>
                </a:solidFill>
                <a:latin typeface="Aptos"/>
              </a:rPr>
              <a:t>Family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16052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3606F"/>
                </a:solidFill>
                <a:latin typeface="Aptos"/>
              </a:rPr>
              <a:t>Shared reminders and 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MVP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Focused enough to finish for a course — rich enough to demonstrate full-stack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591056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9105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361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837944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Register, login,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591056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9105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5361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Reminder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837944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CRUD, recurrence and due 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41448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2615184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61518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25603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Plugin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2862072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Install/remove plugins + plugin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41448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3952" y="2615184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61518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5603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Vehicle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2862072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Insurance, license, emission,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465576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2" y="3639312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63931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358444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Documents Plugin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7" y="3886200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Documents, expiry dates and reminders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465576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73952" y="3639312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63931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58444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3886200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Upcoming deadlines and installed plugins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489704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0392" y="4663440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466344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7" y="460857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Notifications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35607" y="4910328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Email-ready reminder workflow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489704"/>
            <a:ext cx="5257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73952" y="4663440"/>
            <a:ext cx="411480" cy="41148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66344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460857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627"/>
                </a:solidFill>
                <a:latin typeface="Aptos"/>
              </a:rPr>
              <a:t>Optional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4910328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Natural-language reminder creation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A practical stack for a modern full-stack course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4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3736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2140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737360"/>
            <a:ext cx="502920" cy="502920"/>
          </a:xfrm>
          <a:prstGeom prst="ellipse">
            <a:avLst/>
          </a:prstGeom>
          <a:solidFill>
            <a:srgbClr val="36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2140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63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73736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Express.js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12140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REST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5544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39" y="1737360"/>
            <a:ext cx="502920" cy="502920"/>
          </a:xfrm>
          <a:prstGeom prst="ellipse">
            <a:avLst/>
          </a:prstGeom>
          <a:solidFill>
            <a:srgbClr val="36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39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73736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MongoDB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12140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429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611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61188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JWT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39959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Authentication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429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57600" y="3611880"/>
            <a:ext cx="502920" cy="502920"/>
          </a:xfrm>
          <a:prstGeom prst="ellipse">
            <a:avLst/>
          </a:prstGeom>
          <a:solidFill>
            <a:srgbClr val="47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611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61188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Tailwind CSS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9959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UI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429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611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1188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OpenAI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9959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AI optional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59" y="3429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35439" y="3611880"/>
            <a:ext cx="502920" cy="502920"/>
          </a:xfrm>
          <a:prstGeom prst="ellipse">
            <a:avLst/>
          </a:prstGeom>
          <a:solidFill>
            <a:srgbClr val="EC9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39" y="3611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361188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627"/>
                </a:solidFill>
                <a:latin typeface="Aptos"/>
              </a:rPr>
              <a:t>Vercel / Cloud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39959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3606F"/>
                </a:solidFill>
                <a:latin typeface="Aptos"/>
              </a:rPr>
              <a:t>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627"/>
                </a:solidFill>
                <a:latin typeface="Aptos"/>
              </a:rPr>
              <a:t>How the System Fits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606F"/>
                </a:solidFill>
                <a:latin typeface="Aptos"/>
              </a:rPr>
              <a:t>Frontend, backend, database, APIs and automation working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417320"/>
            <a:ext cx="1920240" cy="594360"/>
          </a:xfrm>
          <a:prstGeom prst="roundRect">
            <a:avLst/>
          </a:prstGeom>
          <a:solidFill>
            <a:srgbClr val="477DDC"/>
          </a:solidFill>
          <a:ln>
            <a:solidFill>
              <a:srgbClr val="47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920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563624"/>
            <a:ext cx="7543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627"/>
                </a:solidFill>
                <a:latin typeface="Aptos"/>
              </a:rPr>
              <a:t>React UI • Dashboard • Plugin screens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8424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3606F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24028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240280"/>
            <a:ext cx="1920240" cy="594360"/>
          </a:xfrm>
          <a:prstGeom prst="roundRect">
            <a:avLst/>
          </a:prstGeom>
          <a:solidFill>
            <a:srgbClr val="6744D7"/>
          </a:solidFill>
          <a:ln>
            <a:solidFill>
              <a:srgbClr val="674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240280"/>
            <a:ext cx="1920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86584"/>
            <a:ext cx="7543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627"/>
                </a:solidFill>
                <a:latin typeface="Aptos"/>
              </a:rPr>
              <a:t>Express routes • Auth •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80720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3606F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06324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063240"/>
            <a:ext cx="1920240" cy="594360"/>
          </a:xfrm>
          <a:prstGeom prst="roundRect">
            <a:avLst/>
          </a:prstGeom>
          <a:solidFill>
            <a:srgbClr val="EC9439"/>
          </a:solidFill>
          <a:ln>
            <a:solidFill>
              <a:srgbClr val="EC9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1920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09544"/>
            <a:ext cx="7543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627"/>
                </a:solidFill>
                <a:latin typeface="Aptos"/>
              </a:rPr>
              <a:t>Reminder engine • Plugin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6301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3606F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88620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3886200"/>
            <a:ext cx="1920240" cy="594360"/>
          </a:xfrm>
          <a:prstGeom prst="roundRect">
            <a:avLst/>
          </a:prstGeom>
          <a:solidFill>
            <a:srgbClr val="36A671"/>
          </a:solidFill>
          <a:ln>
            <a:solidFill>
              <a:srgbClr val="36A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86200"/>
            <a:ext cx="1920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032504"/>
            <a:ext cx="7543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627"/>
                </a:solidFill>
                <a:latin typeface="Aptos"/>
              </a:rPr>
              <a:t>Users • Reminders • Vehicles • 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531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3606F"/>
                </a:solidFill>
                <a:latin typeface="Apto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70916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1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" y="4709160"/>
            <a:ext cx="1920240" cy="594360"/>
          </a:xfrm>
          <a:prstGeom prst="roundRect">
            <a:avLst/>
          </a:prstGeom>
          <a:solidFill>
            <a:srgbClr val="DA4E5C"/>
          </a:solidFill>
          <a:ln>
            <a:solidFill>
              <a:srgbClr val="DA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09160"/>
            <a:ext cx="1920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External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855464"/>
            <a:ext cx="7543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627"/>
                </a:solidFill>
                <a:latin typeface="Aptos"/>
              </a:rPr>
              <a:t>Email • AI • Future calendar sync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3291840" cy="3291840"/>
          </a:xfrm>
          <a:prstGeom prst="ellipse">
            <a:avLst/>
          </a:prstGeom>
          <a:solidFill>
            <a:srgbClr val="3D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212080"/>
            <a:ext cx="2194560" cy="2194560"/>
          </a:xfrm>
          <a:prstGeom prst="ellipse">
            <a:avLst/>
          </a:prstGeom>
          <a:solidFill>
            <a:srgbClr val="2F2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731520"/>
            <a:ext cx="685800" cy="685800"/>
          </a:xfrm>
          <a:prstGeom prst="ellipse">
            <a:avLst/>
          </a:prstGeom>
          <a:solidFill>
            <a:srgbClr val="674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LifeSync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1DBEF"/>
                </a:solidFill>
                <a:latin typeface="Aptos"/>
              </a:rPr>
              <a:t>Your life. Organized.
Reminded.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862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 modular reminder platform for the things people actually need to remember.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46320"/>
            <a:ext cx="2651760" cy="530352"/>
          </a:xfrm>
          <a:prstGeom prst="roundRect">
            <a:avLst/>
          </a:prstGeom>
          <a:solidFill>
            <a:srgbClr val="6744D7"/>
          </a:solidFill>
          <a:ln>
            <a:solidFill>
              <a:srgbClr val="674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846320"/>
            <a:ext cx="2651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080760"/>
            <a:ext cx="685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A2BE"/>
                </a:solidFill>
                <a:latin typeface="Aptos"/>
              </a:rPr>
              <a:t>Full-Stack Course Project • Concept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
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 Black"/>
      <p:regular r:id="rId201315"/>
    </p:embeddedFont>
    <p:embeddedFont>
      <p:font typeface="Geist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243038"/>
            <a:ext cx="6296860" cy="1842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Augmented Reality: When the Digital World Meets the Real World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928568" y="4369296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D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Blending the physical and digital into one seamless experience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34095"/>
            <a:ext cx="6296860" cy="1132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spc="-6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AR You Already Use Every Day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61475" y="1907679"/>
            <a:ext cx="6296860" cy="983555"/>
          </a:xfrm>
          <a:prstGeom prst="roundRect">
            <a:avLst>
              <a:gd name="adj" fmla="val 744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4748" y="2100957"/>
            <a:ext cx="5910313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Snapchat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54748" y="2480370"/>
            <a:ext cx="5910313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Filters transform your face in real-time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61475" y="3051870"/>
            <a:ext cx="6296860" cy="983555"/>
          </a:xfrm>
          <a:prstGeom prst="roundRect">
            <a:avLst>
              <a:gd name="adj" fmla="val 744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748" y="3245148"/>
            <a:ext cx="5910313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Instagram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4748" y="3624560"/>
            <a:ext cx="5910313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Try on makeup and accessories virtually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61475" y="4196060"/>
            <a:ext cx="6296860" cy="983555"/>
          </a:xfrm>
          <a:prstGeom prst="roundRect">
            <a:avLst>
              <a:gd name="adj" fmla="val 744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4748" y="4389338"/>
            <a:ext cx="5910313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TikTok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54748" y="4768751"/>
            <a:ext cx="5910313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Immersive visual filter experiences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1475" y="5340251"/>
            <a:ext cx="6296860" cy="983555"/>
          </a:xfrm>
          <a:prstGeom prst="roundRect">
            <a:avLst>
              <a:gd name="adj" fmla="val 744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748" y="5533529"/>
            <a:ext cx="5910313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Core Idea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54748" y="5912941"/>
            <a:ext cx="5910313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 adds digital elements directly to your real world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1768"/>
            <a:ext cx="10868745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How AR Works: The Technology Behind the Magic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225831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5241726"/>
            <a:ext cx="1586822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Render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5241726"/>
            <a:ext cx="1586822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Mapping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5241726"/>
            <a:ext cx="1586822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Vision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5241726"/>
            <a:ext cx="1586822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Tracking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5241726"/>
            <a:ext cx="1586822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Capture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0778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 in the Real World: Where It's Happening Now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73065"/>
            <a:ext cx="1473163" cy="91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19736"/>
            <a:ext cx="25399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Gaming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340225"/>
            <a:ext cx="253993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Pokémon GO, Minecraft AR — catch creatures in your neighborhood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773065"/>
            <a:ext cx="1473163" cy="910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919736"/>
            <a:ext cx="25400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Shopping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340225"/>
            <a:ext cx="254003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Try furniture at home before buying, virtual try-ons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773065"/>
            <a:ext cx="1473163" cy="910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919736"/>
            <a:ext cx="25400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Healthcare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340225"/>
            <a:ext cx="254003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Surgeons use AR for precision during complex operations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773065"/>
            <a:ext cx="1473163" cy="9104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919736"/>
            <a:ext cx="25400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Automotive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340225"/>
            <a:ext cx="254003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Head-up displays show navigation and vehicle data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spc="-38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 vs VR vs MR: Understanding the Spectrum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8276"/>
            <a:ext cx="5315512" cy="531564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1058" y="2788741"/>
            <a:ext cx="5315512" cy="5247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81987" y="2898874"/>
            <a:ext cx="504445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b="1" spc="-19" kern="0" dirty="0">
                <a:solidFill>
                  <a:srgbClr val="00D9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 — Augmented Reality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6381987" y="3107432"/>
            <a:ext cx="5044453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Digital overlays on the real world — you stay grounded in reality</a:t>
            </a:r>
            <a:endParaRPr lang="en-US" sz="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1058" y="3363714"/>
            <a:ext cx="5315512" cy="5247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81987" y="3473847"/>
            <a:ext cx="504445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b="1" spc="-19" kern="0" dirty="0">
                <a:solidFill>
                  <a:srgbClr val="7B61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VR — Virtual Reality</a:t>
            </a:r>
            <a:endParaRPr lang="en-US" sz="950" dirty="0"/>
          </a:p>
        </p:txBody>
      </p:sp>
      <p:sp>
        <p:nvSpPr>
          <p:cNvPr id="9" name="Text 4"/>
          <p:cNvSpPr/>
          <p:nvPr/>
        </p:nvSpPr>
        <p:spPr>
          <a:xfrm>
            <a:off x="6381987" y="3682405"/>
            <a:ext cx="5044453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Fully immersive digital world — you leave reality behind</a:t>
            </a:r>
            <a:endParaRPr lang="en-US" sz="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1058" y="3938687"/>
            <a:ext cx="5315512" cy="5247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81987" y="4048820"/>
            <a:ext cx="504445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b="1" spc="-19" kern="0" dirty="0">
                <a:solidFill>
                  <a:srgbClr val="00FFC6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MR — Mixed Reality</a:t>
            </a:r>
            <a:endParaRPr lang="en-US" sz="950" dirty="0"/>
          </a:p>
        </p:txBody>
      </p:sp>
      <p:sp>
        <p:nvSpPr>
          <p:cNvPr id="12" name="Text 6"/>
          <p:cNvSpPr/>
          <p:nvPr/>
        </p:nvSpPr>
        <p:spPr>
          <a:xfrm>
            <a:off x="6381987" y="4257377"/>
            <a:ext cx="5044453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Digital objects interact with your real environment — the most advanced blend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461294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AR Matters: Advantages &amp; Challenges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097236" y="2973288"/>
            <a:ext cx="3190101" cy="2423418"/>
          </a:xfrm>
          <a:prstGeom prst="roundRect">
            <a:avLst>
              <a:gd name="adj" fmla="val 5616"/>
            </a:avLst>
          </a:prstGeom>
          <a:solidFill>
            <a:srgbClr val="00D9FF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286243" y="3162300"/>
            <a:ext cx="281208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Advantages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86243" y="3658394"/>
            <a:ext cx="2812087" cy="167223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Enhances real-world experience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Hands-free interaction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Practical, everyday applications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Accessible via smartphones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18719" y="3162300"/>
            <a:ext cx="2917851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Challenges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618719" y="3658394"/>
            <a:ext cx="2917851" cy="142656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Battery drain &amp; processing limits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Privacy concerns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Need for better hardware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adoption barriers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85566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Future of AR: What's Coming Next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977852"/>
            <a:ext cx="558786" cy="55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6495" y="2977852"/>
            <a:ext cx="174491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 Glasses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56495" y="3398341"/>
            <a:ext cx="1744917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Lightweight, always-on devices replacing smartphones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977852"/>
            <a:ext cx="558786" cy="55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32665" y="2977852"/>
            <a:ext cx="174501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Education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232665" y="3398341"/>
            <a:ext cx="174501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Interactive 3D models for anatomy, history, and science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977852"/>
            <a:ext cx="558786" cy="558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8935" y="2977852"/>
            <a:ext cx="174501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Navigation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008935" y="3398341"/>
            <a:ext cx="1745016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directions overlaid on streets and buildings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977852"/>
            <a:ext cx="558786" cy="558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85204" y="2977852"/>
            <a:ext cx="174501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Everyday Life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85204" y="3398341"/>
            <a:ext cx="1745016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 becomes as natural as looking at your phone — woven into how we work, shop, and connect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883543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 is Making the Real World More Interactive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1275723" y="2454573"/>
            <a:ext cx="5682612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Digital information blends seamlessly with your physical environment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75723" y="3505795"/>
            <a:ext cx="5682612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boundary between digital and real </a:t>
            </a:r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00D9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continues to blur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4557018"/>
            <a:ext cx="568261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 is not the future — </a:t>
            </a:r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00FFC6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it's happening now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275723" y="5360293"/>
            <a:ext cx="5682612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question isn't "if" — but </a:t>
            </a:r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7B61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how will AR change your world?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2026-09-01T09:57:00Z</dcterms:created>
  <dcterms:modified xsi:type="dcterms:W3CDTF">2026-09-01T09:57:00Z</dcterms:modified>
</cp:coreProperties>
</file>